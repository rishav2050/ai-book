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</a:rPr>
              <a:t>Neural Library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FAFB"/>
                </a:solidFill>
              </a:rPr>
              <a:t>An AI-Powered Smart Library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8BFA"/>
                </a:solidFill>
              </a:rPr>
              <a:t>Project Report &amp; Overview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The Neural Library is a next-generation web application designed to revolutionize how readers discover, consume, and manage books.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By leveraging large language models (LLMs), it acts as a personalized, hyper-intelligent librarian that understands context, tone, and abstract human desires rather than just relying on simple keyword matching.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2B6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rgbClr val="F9FAFB"/>
                </a:solidFill>
              </a:rPr>
              <a:t>Information Overload: Millions of books exist, making it difficult for readers to find titles that truly resonate with them.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Rigid Search Systems: Traditional libraries and bookstores rely on strict Title/Author or Tag searches. If you search for 'books about feeling lonely in space', traditional systems fail.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Lack of Context: Current recommendation algorithms push popular books rather than highly personalized, deeply reasoned suggestions.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</a:rPr>
              <a:t>The Solution: Neural Library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We developed a dynamic system where the Google Gemini AI acts as the core reasoning engine.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Semantic Search: Users can describe what they want naturally, and the AI computes the exact real-world books that match.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Dynamic Discovery: The system automatically generates reading roadmaps, instant summaries, and key takeaways for any book in existence.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Interactive Chat Librarian: Chat with the AI about your reading history and ask questions.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AI Learning Roadmaps: Generate step-by-step (Beginner/Inter/Adv) curricula for any topic.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Gamification: Earn badges and track reading streaks in your User Profile.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Custom Personas: Change the AI's tone (e.g., Sarcastic, Academic, Geeky).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Voice Interface: Integrated Text-to-Speech (TTS) and Speech-to-Text (STT).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Global Trending: See what other platform users are reading in real-time.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Frontend Framework: React.js (Vite) for blazing fast UI.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Styling: Vanilla CSS with custom 'Midnight Aurora' glassmorphism.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Animations: Framer Motion for liquid-smooth transitions.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Backend/Database: Firebase Auth (Google Login) &amp; Cloud Firestore (NoSQL).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AI Engine: Google Gemini API (gemini-2.5-flash) for reasoning and NLP.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Metadata API: Google Books API for live cover images and descriptions.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72B6"/>
                </a:solidFill>
              </a:rPr>
              <a:t>Total Cost &amp; Scalability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Current Development Cost: $0</a:t>
            </a:r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</a:rPr>
              <a:t> - React/Vite/Node: Free &amp; Open Source
 - Firebase (Spark Plan): Free up to 50k reads/day
 - Google Books API: Free limit of 1,000 requests/day
 - Gemini API: Free tier covers heavy development traffic
</a:t>
            </a:r>
            <a:pPr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Production Scalability:</a:t>
            </a:r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</a:rPr>
              <a:t> - Serverless architecture means the application scales infinitely.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9FAFB"/>
                </a:solidFill>
              </a:rPr>
              <a:t> - Production costs will scale strictly with user volume (Pay-as-you-go Gemini API and Firebase usage).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</a:rPr>
              <a:t>Future Development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Social Networking: Allow users to follow each other, share roadmaps, and compare reading stats.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E-Commerce Integration: Add direct links to purchase physical books from Amazon or local stores.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Offline Mobile App: Compile the React application into React Native for iOS and Android deployment.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Audiobook Syncing: Integrate with Spotify or Audible to directly stream summaries.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</a:rPr>
              <a:t>Commercializing &amp; Merchandising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F9FAFB"/>
                </a:solidFill>
              </a:rPr>
              <a:t>Affiliate Marketing: Every book recommended by the AI can include an Amazon Affiliate link. The platform earns 4-8% on every book purchased.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Subscription Model: 'Neural Library Pro' for $4.99/mo to unlock unlimited AI queries, advanced gamification, and exclusive AI Personas.
</a:t>
            </a:r>
            <a:pPr indent="0" marL="0">
              <a:buNone/>
            </a:pPr>
            <a:r>
              <a:rPr lang="en-US" sz="2000" dirty="0">
                <a:solidFill>
                  <a:srgbClr val="F9FAFB"/>
                </a:solidFill>
              </a:rPr>
              <a:t>Physical Merchandise: Sell highly customized reading journals, 'AI Librarian' branded mugs, and tote bags for avid book readers directly through the app.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FAFB"/>
                </a:solidFill>
              </a:rPr>
              <a:t>Ready to revolutionize reading?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 AI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Library Presentation</dc:title>
  <dc:subject>Neural Library Project Report</dc:subject>
  <dc:creator>Neural Library Team</dc:creator>
  <cp:lastModifiedBy>Neural Library Team</cp:lastModifiedBy>
  <cp:revision>1</cp:revision>
  <dcterms:created xsi:type="dcterms:W3CDTF">2026-05-10T20:19:24Z</dcterms:created>
  <dcterms:modified xsi:type="dcterms:W3CDTF">2026-05-10T20:19:24Z</dcterms:modified>
</cp:coreProperties>
</file>